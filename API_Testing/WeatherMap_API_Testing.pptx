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6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8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b66ebe1d-b8e3-4ebe-9dea-f52dc3abfec8}">
          <p14:sldIdLst>
            <p14:sldId id="266"/>
            <p14:sldId id="256"/>
            <p14:sldId id="257"/>
            <p14:sldId id="258"/>
            <p14:sldId id="259"/>
            <p14:sldId id="260"/>
            <p14:sldId id="261"/>
            <p14:sldId id="262"/>
            <p14:sldId id="268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09600" y="1419225"/>
            <a:ext cx="10972800" cy="4006215"/>
          </a:xfrm>
        </p:spPr>
        <p:txBody>
          <a:bodyPr/>
          <a:p>
            <a:r>
              <a:rPr lang="en-US" altLang="en-US" sz="2400"/>
              <a:t>Project: </a:t>
            </a:r>
            <a:r>
              <a:rPr lang="en-US" altLang="en-US" sz="2400"/>
              <a:t>Manual Backend Testing with WeatherMap API</a:t>
            </a:r>
            <a:endParaRPr lang="en-US" altLang="en-US" sz="2400"/>
          </a:p>
          <a:p>
            <a:r>
              <a:rPr lang="en-US" altLang="en-US" sz="2400"/>
              <a:t>Application: SauceDemo + WeatherMap API  </a:t>
            </a:r>
            <a:endParaRPr lang="en-US" altLang="en-US" sz="2400"/>
          </a:p>
          <a:p>
            <a:r>
              <a:rPr lang="en-US" altLang="en-US" sz="2400"/>
              <a:t>Prepared by: Marwan Alaa Fathy Ahmed</a:t>
            </a:r>
            <a:endParaRPr lang="en-US" altLang="en-US" sz="2400"/>
          </a:p>
          <a:p>
            <a:r>
              <a:rPr lang="en-US" altLang="en-US" sz="2400"/>
              <a:t>Diploma: Software Testing (SWT 513)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 b="1"/>
              <a:t>Note</a:t>
            </a:r>
            <a:r>
              <a:rPr lang="en-US" altLang="en-US" sz="2400"/>
              <a:t>:  </a:t>
            </a:r>
            <a:endParaRPr lang="en-US" altLang="en-US" sz="2400"/>
          </a:p>
          <a:p>
            <a:r>
              <a:rPr lang="en-US" altLang="en-US" sz="2400"/>
              <a:t>This presentation covers the API Testing part of the project.</a:t>
            </a:r>
            <a:endParaRPr lang="en-US" altLang="en-US" sz="2400"/>
          </a:p>
          <a:p>
            <a:r>
              <a:rPr lang="en-US" altLang="en-US" sz="2400"/>
              <a:t>An Excel sheet containing all Manual Test Cases and Bug Tracking is attached separately.</a:t>
            </a:r>
            <a:endParaRPr lang="en-US" alt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2400"/>
              <a:t>Global Varivbles Created </a:t>
            </a:r>
            <a:endParaRPr lang="en-US" altLang="en-US" sz="2400"/>
          </a:p>
        </p:txBody>
      </p:sp>
      <p:sp>
        <p:nvSpPr>
          <p:cNvPr id="5" name="Text Placeholder 4"/>
          <p:cNvSpPr>
            <a:spLocks noGrp="1"/>
          </p:cNvSpPr>
          <p:nvPr>
            <p:ph type="body" orient="vert" idx="1"/>
          </p:nvPr>
        </p:nvSpPr>
        <p:spPr/>
        <p:txBody>
          <a:bodyPr/>
          <a:p>
            <a:endParaRPr lang="en-US"/>
          </a:p>
        </p:txBody>
      </p:sp>
      <p:pic>
        <p:nvPicPr>
          <p:cNvPr id="6" name="Picture 5" descr="Screenshot 2026-03-14 1508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395" y="1174750"/>
            <a:ext cx="11353165" cy="47898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2400"/>
              <a:t>API Request by City Name</a:t>
            </a:r>
            <a:endParaRPr lang="en-US" sz="2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4356100"/>
          </a:xfrm>
        </p:spPr>
        <p:txBody>
          <a:bodyPr/>
          <a:p>
            <a:endParaRPr lang="en-US"/>
          </a:p>
        </p:txBody>
      </p:sp>
      <p:pic>
        <p:nvPicPr>
          <p:cNvPr id="4" name="Picture 3" descr="Screenshot 2026-03-14 1508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425" y="1174750"/>
            <a:ext cx="11741150" cy="45326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2400"/>
              <a:t>API Request with Multilingual Support</a:t>
            </a:r>
            <a:endParaRPr lang="en-US" altLang="en-US" sz="2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06500"/>
            <a:ext cx="10972800" cy="4697730"/>
          </a:xfrm>
        </p:spPr>
        <p:txBody>
          <a:bodyPr/>
          <a:p>
            <a:endParaRPr lang="en-US"/>
          </a:p>
        </p:txBody>
      </p:sp>
      <p:pic>
        <p:nvPicPr>
          <p:cNvPr id="4" name="Picture 3" descr="Screenshot 2026-03-14 1506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215" y="1206500"/>
            <a:ext cx="11449050" cy="4749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2400"/>
              <a:t>Suggested Test Cases for </a:t>
            </a:r>
            <a:r>
              <a:rPr lang="en-US" altLang="en-US" sz="2400">
                <a:sym typeface="+mn-ea"/>
              </a:rPr>
              <a:t>API Request by City Name</a:t>
            </a:r>
            <a:r>
              <a:rPr lang="en-US" altLang="en-US" sz="2400"/>
              <a:t> </a:t>
            </a:r>
            <a:endParaRPr lang="en-US" altLang="en-US" sz="2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6-03-14 1508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75" y="1090930"/>
            <a:ext cx="11093450" cy="51447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2400">
                <a:sym typeface="+mn-ea"/>
              </a:rPr>
              <a:t>Test Results for </a:t>
            </a:r>
            <a:r>
              <a:rPr lang="en-US" altLang="en-US" sz="2400">
                <a:sym typeface="+mn-ea"/>
              </a:rPr>
              <a:t>API Request by City Name</a:t>
            </a:r>
            <a:r>
              <a:rPr lang="en-US" altLang="en-US" sz="2400">
                <a:sym typeface="+mn-ea"/>
              </a:rPr>
              <a:t> </a:t>
            </a:r>
            <a:endParaRPr lang="en-US" sz="2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6-03-14 1509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174750"/>
            <a:ext cx="11256645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2400">
                <a:sym typeface="+mn-ea"/>
              </a:rPr>
              <a:t>Suggested Test Cases for </a:t>
            </a:r>
            <a:r>
              <a:rPr lang="en-US" altLang="en-US" sz="2400"/>
              <a:t>API Request with Multilingual Support</a:t>
            </a:r>
            <a:endParaRPr lang="en-US" altLang="en-US" sz="2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6-03-14 1507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965" y="1000125"/>
            <a:ext cx="10853420" cy="51276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2400">
                <a:sym typeface="+mn-ea"/>
              </a:rPr>
              <a:t>Test Results for API Request with Multilingual Support</a:t>
            </a:r>
            <a:endParaRPr lang="en-US" sz="2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6-03-14 1507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235" y="1174115"/>
            <a:ext cx="11139170" cy="49542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API Project Summary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1400"/>
              <a:t>The WeatherMap API was successfully tested using Postman.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Global variables (appid, lang, lon, lat) were created and applied correctly.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API requests by city name and with multilingual support executed without errors.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All assertions passed: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Status code = 200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Response time &lt; 250ms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City name = </a:t>
            </a:r>
            <a:r>
              <a:rPr lang="ar-SA" altLang="en-US" sz="1400"/>
              <a:t>القاهرة</a:t>
            </a:r>
            <a:endParaRPr lang="ar-SA" altLang="en-US" sz="1400"/>
          </a:p>
          <a:p>
            <a:endParaRPr lang="en-US" altLang="en-US" sz="1400"/>
          </a:p>
          <a:p>
            <a:r>
              <a:rPr lang="en-US" altLang="en-US" sz="1400"/>
              <a:t>Country = EG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ID validated successfully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The project demonstrates complete backend validation with proper documentation, execution, and evidence..</a:t>
            </a:r>
            <a:endParaRPr lang="en-US" altLang="en-US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2400"/>
              <a:t>Manual Testing SauceDemo Test Summary</a:t>
            </a:r>
            <a:endParaRPr lang="en-US" altLang="en-US" sz="240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5323205"/>
          </a:xfrm>
        </p:spPr>
        <p:txBody>
          <a:bodyPr/>
          <a:p>
            <a:pPr marL="0" indent="0">
              <a:buNone/>
            </a:pPr>
            <a:r>
              <a:rPr lang="en-US" altLang="en-US" sz="1400"/>
              <a:t>Scope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Manual testing for Login, Inventory, Cart, Checkout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Objectives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Validate functional correctness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Identify UI/UX issues and bugs</a:t>
            </a:r>
            <a:endParaRPr lang="en-US" altLang="en-US" sz="1400"/>
          </a:p>
          <a:p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Coverage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Login: valid/invalid credentials, empty fields, password masking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Inventory: product listing, sorting, filtering, add-to-cart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Cart: add/remove items, quantity, price calculation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Checkout: user info entry, mandatory fields, order completion</a:t>
            </a:r>
            <a:endParaRPr lang="en-US" altLang="en-US" sz="1400"/>
          </a:p>
          <a:p>
            <a:endParaRPr lang="en-US" altLang="en-US" sz="1400"/>
          </a:p>
          <a:p>
            <a:endParaRPr lang="en-US" altLang="en-US" sz="140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5154295"/>
          </a:xfrm>
        </p:spPr>
        <p:txBody>
          <a:bodyPr/>
          <a:p>
            <a:pPr marL="0" indent="0">
              <a:buNone/>
            </a:pPr>
            <a:r>
              <a:rPr lang="en-US" altLang="en-US" sz="1400">
                <a:sym typeface="+mn-ea"/>
              </a:rPr>
              <a:t>Results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>
                <a:sym typeface="+mn-ea"/>
              </a:rPr>
              <a:t>Positive scenarios passed successfully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>
                <a:sym typeface="+mn-ea"/>
              </a:rPr>
              <a:t>Negative scenarios revealed bugs (Filter issue, Last Name not mandatory, minor UI inconsistencies)</a:t>
            </a:r>
            <a:endParaRPr lang="en-US" altLang="en-US" sz="1400">
              <a:sym typeface="+mn-ea"/>
            </a:endParaRPr>
          </a:p>
          <a:p>
            <a:pPr marL="0" indent="0">
              <a:buNone/>
            </a:pP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Bug Tracking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Documented in Excel with Severity &amp; Priority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Linked Test Case IDs to Bug IDs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Conclusion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Full coverage of critical flows achieved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Bugs identified and documented for developer follow-up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Strong QA methodology demonstrated</a:t>
            </a:r>
            <a:endParaRPr lang="en-US" alt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1841</Words>
  <Application>WPS Presentation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Gear Drives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Mega</cp:lastModifiedBy>
  <cp:revision>8</cp:revision>
  <dcterms:created xsi:type="dcterms:W3CDTF">2025-07-23T00:59:00Z</dcterms:created>
  <dcterms:modified xsi:type="dcterms:W3CDTF">2026-03-14T15:15:27Z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1033-12.2.0.23196</vt:lpwstr>
  </property>
</Properties>
</file>